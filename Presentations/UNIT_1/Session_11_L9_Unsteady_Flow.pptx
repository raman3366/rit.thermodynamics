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• LECTURE 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Unsteady Flow Processes — Filling and Emptying of Vessels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mass and energy inside the control volume change with time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• LECTURE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steady-flow assumption breaks down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unsteady balances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and energy conservation in interval form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(filling) a tank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of the classic result u₂ = h_line for an evacuated tank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Discharging a tank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for emptying; qualitative behaviour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board examples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temperature; discharge cooling of a receiver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• GENERALISING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Unsteady (Transient) Flow Energy Balance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steady fails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cylinder, discharging an air receiver, starting up a boiler — mass and stored energy inside the CV change with time.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balance over the interval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(m₂ − m₁)_CV = Σm_in − Σm_out, where states 1 and 2 are the initial and final states of the CV.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over the interval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− W = (m₂u₂ − m₁u₁)_CV − Σ m_in h_in + Σ m_out h_out (neglecting KE and PE of the streams).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Uniform-flow idealisation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the stream at the inlet/exit are constant in time (h_in fixed by the supply line) — makes the integrals simple products.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• THE CLASSIC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an Insulated, Evacuated Tank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insulated tank, initially evacuated (m₁ = 0), connected to a large supply line at p_line, T_line.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opened; gas rushes in until tank pressure = line pressure.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0 (insulated), W = 0 (rigid), m_out = 0.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balance: 0 = m₂u₂ − m_in h_line, and m_in = m₂.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u₂ = h_line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gas: c_v T₂ = c_p T_line ⇒ T₂ = γ T_line — the gas in the tank is HOTTER than the line!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39512" cy="3840480"/>
          </a:xfrm>
          <a:prstGeom prst="roundRect">
            <a:avLst>
              <a:gd name="adj" fmla="val 2381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17636" y="2468880"/>
            <a:ext cx="1920240" cy="2103120"/>
          </a:xfrm>
          <a:prstGeom prst="roundRect">
            <a:avLst>
              <a:gd name="adj" fmla="val 7143"/>
            </a:avLst>
          </a:prstGeom>
          <a:solidFill>
            <a:srgbClr val="9DC3E6"/>
          </a:solidFill>
          <a:ln w="28575">
            <a:solidFill>
              <a:srgbClr val="1632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17636" y="246888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u, T rise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17436" y="3017520"/>
            <a:ext cx="1417320" cy="402336"/>
          </a:xfrm>
          <a:prstGeom prst="rightArrow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551676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pₗ, Tₗ, hₗ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97596" y="3035808"/>
            <a:ext cx="320040" cy="36576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2" name="Text 9"/>
          <p:cNvSpPr/>
          <p:nvPr/>
        </p:nvSpPr>
        <p:spPr>
          <a:xfrm>
            <a:off x="7831836" y="2633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29400" y="475488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Charging: mass flows in, no mass leaves;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energy = initial energy + enthalpy carried 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air (γ = 1.4) from a 300 K line: T₂ = 420 K. The flow work pv done pushing gas in becomes internal energy.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• THE MIRROR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Discharging (Emptying) a Vessel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rigid tank at high pressure discharges through a valve to the surroundings or a low-pressure line. Now m_out &gt; 0, m_in = 0.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− 0 = (m₂u₂ − m₁u₁) + m_out h_out, with h_out evaluated at the (falling) tank conditions.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rapid (adiabatic) discharge, the gas remaining in the tank expands and COOLS — it behaves as if expanding isentropically: T₂/T₁ = (p₂/p₁)^((γ−1)/γ).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evidence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deodorant can or cycle-pump valve becomes cold on rapid discharge — you have felt unsteady-flow thermodynamics.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• BOARD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Tank from a 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insulated rigid tank, initially evacuated, is connected to an air line at 600 kPa, 300 K. The valve is opened until the tank reaches 600 kPa. Take γ = 1.4. Find the final air temperature in the tank.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Insulated + rigid + evacuated → u₂ = h_line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gas: c_v T₂ = c_p T_line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= (c_p/c_v) T_line = γ T_line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= 1.4 × 300 = 420 K = 147 °C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= 420 K (147 °C)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pressure does not appear in the result — T₂ depends only on γ and T_line.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• BOARD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During Rapid Discharge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 receiver at 800 kPa, 400 K discharges rapidly until its pressure falls to 400 kPa. Treating the air remaining inside as expanding reversibly and adiabatically (γ = 1.4), estimate its temperature.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Isentropic relation: T₂/T₁ = (p₂/p₁)^((γ−1)/γ)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Exponent: (γ−1)/γ = 0.4/1.4 = 0.2857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= 400 × (0.5)^0.2857 = 400 × 0.8203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= 328 K ≈ 55 °C — a drop of 72 K from 400 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≈ 328 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heats the tank; discharging cools it — remember the pair as opposites for viva questions.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• LECTURE 9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Unsteady (transient) flow: mass and energy inside the CV change with time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balance: (m₂ − m₁)_CV = m_in − m_out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balance: Q − W = (m₂u₂ − m₁u₁)_CV − m_in h_in + m_out h_out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an insulated evacuated tank: u₂ = h_line → T₂ = γ T_line for ideal gas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discharge: remaining gas cools as T₂/T₁ = (p₂/p₁)^((γ−1)/γ)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 — SFEE &amp; Unsteady Flow Problems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Unit-I finale, followed by the revision map for CAT-I (Units I &amp; II).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5 (First Law Applied to Flow Processes)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2026-08-19T04:07:31Z</dcterms:created>
  <dcterms:modified xsi:type="dcterms:W3CDTF">2026-08-19T04:07:31Z</dcterms:modified>
</cp:coreProperties>
</file>