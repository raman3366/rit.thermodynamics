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1F4E7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2E75B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9534"/>
            <a:ext cx="3611880" cy="932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0060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ME23312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THERMODYNAMICS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Basics, Zeroth and First Law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0714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• LECTURE 5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Scales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Celsius, Fahrenheit, Kelvin, Rankine — relationships, conversions and the ideal-gas absolute scale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50749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Anantha Raman L., M.E., Ph.D.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Rajalakshmi Institute of Technology, Chennai, Tamil Nadu.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• LECTURE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Outline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385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&amp; connect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Zeroth law recap; why we need agreed scales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32688" y="25694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640080" y="28529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852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0876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scales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points and relations: °C, °F, K, °R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932688" y="34838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40080" y="37673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67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0876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practice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conversions solved with the class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932688" y="43982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40080" y="46817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681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087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Ideal-gas (absolute) scale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Constant-volume gas thermometer; T = 273.16 (p/p_tp)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932688" y="53126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640080" y="5596128"/>
            <a:ext cx="603504" cy="603504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5596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08760" y="5486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example + recap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on an arbitrary scale °N vs °C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• THE FOUR SCALES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Scales at a Glance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121408"/>
                <a:gridCol w="2121408"/>
                <a:gridCol w="2121408"/>
                <a:gridCol w="2121408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Celsius (°C)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Fahrenheit (°F)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Kelvin (K)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Rankine (°R)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(SI)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(English)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 point of water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273.15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491.67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Steam point of water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373.15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671.67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zero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−273.15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−459.67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Divisions (ice→steam)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• CONVERSION FORMULAS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Four Relations You Need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8288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T(K) = T(°C) + 273.15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4323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 → Kelvin (use 273 in problems unless asked)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/>
        </p:spPr>
      </p:sp>
      <p:sp>
        <p:nvSpPr>
          <p:cNvPr id="9" name="Text 6"/>
          <p:cNvSpPr/>
          <p:nvPr/>
        </p:nvSpPr>
        <p:spPr>
          <a:xfrm>
            <a:off x="6263640" y="18288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T(°F) = 1.8 × T(°C) + 32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263640" y="24323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 → Fahrenheit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9718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9718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T(°R) = T(°F) + 459.67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8640" y="35753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Fahrenheit → Rankine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63640" y="29718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29718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ΔT(K) = ΔT(°C)      ΔT(°R) = ΔT(°F) = 1.8 ΔT(K)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263640" y="35753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Differences: °C and K intervals are identical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42062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micro-examples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°C = 25 + 273.15 = 298.15 K  (room temperature)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 °F = (98.6 − 32)/1.8 = 37 °C = 310.15 K  (body temperature)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rise of 20 °C is a rise of 20 K — never add 273 to a difference!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589788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58978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pV = mRT, Carnot efficiency, entropy — every thermodynamic formula — T must be in kelvin.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• THE STANDARD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Ideal-gas (Absolute) Temperature Scale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191795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191795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728216"/>
            <a:ext cx="1019556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Constant-volume gas thermometer: a fixed volume of gas whose pressure is read at the unknown temperature and at the triple point of water.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" y="290093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290093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711196"/>
            <a:ext cx="1019556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relation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273.16 × (p / p_tp) at constant volume, where 273.16 K is assigned to the triple point of water.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" y="388391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388391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3694176"/>
            <a:ext cx="1019556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Gas-independence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amount of gas is reduced (p_tp → 0), all gases give the SAME temperature — the ideal-gas scale, independent of the gas used.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" y="486689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486689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17320" y="4677156"/>
            <a:ext cx="1019556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thermodynamics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ideal-gas scale coincides with the thermodynamic (Kelvin) scale defined later from the second law — that is why K is "absolute".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57607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zero (0 K) is the temperature at which an ideal gas would exert zero pressure — unattainable in practice.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• BOARD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Arbitrary Temperature Scale °N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new scale N, the ice point is marked 20 °N and the steam point 220 °N. (i) What is the °N reading at 60 °C? (ii) At what temperature do the °N and °C readings coincide?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relation: t_N = a t_C + b. Ice: 20 = b. Steam: 220 = 100a + 20 ⇒ a = 2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t_N = 2 t_C + 20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At 60 °C: t_N = 2×60 + 20 = 140 °N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 Coincide: t = 2t + 20 ⇒ t = −20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agree at −20° on both scales (like −40° for °C and °F).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140 °N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 −20°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"new scale" problem is a straight line through two fixed points — find slope and intercept first.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• LECTURE 5 •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What Comes Next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covered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°C + 273.15; °R = °F + 459.67; °F = 1.8(°C) + 32; °R = 1.8 K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temperature DIFFERENCE is identical in °C and K (and in °F and °R)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 relations always use ABSOLUTE temperature (K)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Ideal-gas scale: T = 273.16 × (p/p_tp) at constant volume, extrapolated to low pressure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scale problems: fit t_N = a t_C + b through the two fixed points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06640" y="1920240"/>
            <a:ext cx="4233672" cy="3657600"/>
          </a:xfrm>
          <a:prstGeom prst="roundRect">
            <a:avLst>
              <a:gd name="adj" fmla="val 2500"/>
            </a:avLst>
          </a:prstGeom>
          <a:solidFill>
            <a:srgbClr val="16324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0" y="2103120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11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— First Law for Closed Systems</a:t>
            </a:r>
            <a:endParaRPr lang="en-US" sz="115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Joule’s experiment, ∮δQ = ∮δW, internal energy and Q − W = ΔU.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P.K. Nag, "Engineering Thermodynamics", 6th Edn., TMH — Ch. 2 (Temperature)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2026-08-19T04:07:30Z</dcterms:created>
  <dcterms:modified xsi:type="dcterms:W3CDTF">2026-08-19T04:07:30Z</dcterms:modified>
</cp:coreProperties>
</file>