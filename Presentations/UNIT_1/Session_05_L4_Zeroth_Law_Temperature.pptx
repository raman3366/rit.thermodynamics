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• LECTURE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Equilibrium, Zeroth Law &amp; the Concept of Temperature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that makes thermometry possible — and why it is numbered zero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• LECTURE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of common errors from the tutorial problems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equilibrium revisited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flow stops when temperatures equalise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law of thermodynamics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Statement, diagram with bodies A, B, C, and its meaning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thermometric properties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law leads to temperature measurement; types of thermometers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example + 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on a resistance thermometer (linear thermometric property)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•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Equilibrium — the Physical Picture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coffee in a room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flows from coffee (higher T) to air (lower T). The flow continues as long as a temperature difference exists.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to equilibrium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difference — the driving potential — shrinks until it vanishes. Then heat flow stops.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are in thermal equilibrium when, on being brought into communication through a diathermic (heat-conducting) wall, no change of any property occurs.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Diathermic wall: permits heat flow (thin copper sheet). Adiabatic wall: prevents heat flow (thick insulation).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• THE LAW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Law of Thermodynamics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Statement: if body A is in thermal equilibrium with body C, and body B is separately in thermal equilibrium with body C, then A and B are in thermal equilibrium with each other.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by R.H. Fowler in 1931 — after the first and second laws were named, yet logically prior to both. Hence "zeroth".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the go-between: it is the thermometer.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need never touch each other.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property shared at equilibrium is what we call temperature.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39512" cy="3840480"/>
          </a:xfrm>
          <a:prstGeom prst="roundRect">
            <a:avLst>
              <a:gd name="adj" fmla="val 2381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11896" y="2194560"/>
            <a:ext cx="1417320" cy="960120"/>
          </a:xfrm>
          <a:prstGeom prst="roundRect">
            <a:avLst>
              <a:gd name="adj" fmla="val 8571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8311896" y="219456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(Thermometer)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4160520"/>
            <a:ext cx="1417320" cy="96012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0" name="Text 7"/>
          <p:cNvSpPr/>
          <p:nvPr/>
        </p:nvSpPr>
        <p:spPr>
          <a:xfrm>
            <a:off x="7086600" y="41605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537192" y="4160520"/>
            <a:ext cx="1417320" cy="96012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9537192" y="41605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B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95260" y="3154680"/>
            <a:ext cx="1225296" cy="1005840"/>
          </a:xfrm>
          <a:prstGeom prst="line">
            <a:avLst/>
          </a:prstGeom>
          <a:noFill/>
          <a:ln w="25400">
            <a:solidFill>
              <a:srgbClr val="16324F"/>
            </a:solidFill>
            <a:prstDash val="solid"/>
            <a:headEnd type="triangl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020556" y="3154680"/>
            <a:ext cx="1225296" cy="1005840"/>
          </a:xfrm>
          <a:prstGeom prst="line">
            <a:avLst/>
          </a:prstGeom>
          <a:noFill/>
          <a:ln w="25400">
            <a:solidFill>
              <a:srgbClr val="16324F"/>
            </a:solidFill>
            <a:prstDash val="solid"/>
            <a:headEnd type="triangl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503920" y="4640580"/>
            <a:ext cx="1033272" cy="0"/>
          </a:xfrm>
          <a:prstGeom prst="line">
            <a:avLst/>
          </a:prstGeom>
          <a:noFill/>
          <a:ln w="31750">
            <a:solidFill>
              <a:srgbClr val="C0532F"/>
            </a:solidFill>
            <a:prstDash val="dash"/>
            <a:headEnd type="triangl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6583680" y="512064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C  and  B = C   ⇒   A = B (thermal equilibrium)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zeroth law is the logical foundation of ALL temperature measurement.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• INSTRUMENTS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Thermometers and Their Thermometric Properties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840480"/>
                <a:gridCol w="38679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Thermometric 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range / remark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Mercury / alcohol in glass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of liquid column, 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 to 350 °C; simple, direct reading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Constant-volume gas thermometer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of a fixed gas volume, 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wide range; the standard instrument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resistance (RTD)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 of platinum wire, 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−200 to 850 °C; high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Thermocouple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Thermo-emf between junctions, 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range; fast response; remote sensing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Ideal-gas connection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at constant V → T = 273.16 (p/p_tp)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of the absolute Kelvin scale (next class)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two-point scale, any property x gives: t = 100 (x − x_ice)/(x_steam − x_ice) °C.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• BOARD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Thermometer (Linear Thermometric Property)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resistance of a platinum wire is 10.00 Ω at the ice point and 13.86 Ω at the steam point. Assuming resistance varies linearly with temperature, find the temperature when the resistance reads 12.40 Ω.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two-point scale: t = 100 × (R − R_ice)/(R_steam − R_ice)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− R_ice = 12.40 − 10.00 = 2.40 Ω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R_steam − R_ice = 13.86 − 10.00 = 3.86 Ω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100 × 2.40/3.86 = 62.2 °C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≈ 62.2 °C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 Ch. 2 pattern: the same formula works for ANY linear thermometric property — length, pressure, emf or resistance.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• LECTURE 4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bodies in thermal equilibrium have no net heat flow between them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law: if A ≡ C and B ≡ C, then A ≡ B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temperature its meaning: equal temperature ⇔ thermal equilibrium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 acts as the thermometer; a thermometric property varies measurably with T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property: t = 100 (x − x_ice)/(x_steam − x_ice) on the two-point Celsius scale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— Temperature Scales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Celsius, Fahrenheit, Kelvin, Rankine and the ideal-gas absolute scale.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2 (Temperature)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