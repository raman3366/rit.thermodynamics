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1F4E7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2E75B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9534"/>
            <a:ext cx="3611880" cy="932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060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ME23312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THERMODYNAMICS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Basics, Zeroth and First Law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0714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• TUTORIAL 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3: SFEE &amp; Unsteady Flow — Unit I Finale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problems on flow devices and tank charging + Unit-I revision map for CAT-I (Units I &amp; II)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50749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Anantha Raman L., M.E., Ph.D.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Institute of Technology, Chennai, Tamil Nadu.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• TUTORIAL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Outline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385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recall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SFEE and unsteady balances on the board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32688" y="25694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40080" y="28529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852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— nozzle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velocity from enthalpy drop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32688" y="34838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40080" y="37673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67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087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— compressor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input with heat loss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32688" y="43982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40080" y="46817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681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087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 — tank charging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Unsteady energy balance application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932688" y="53126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40080" y="5596128"/>
            <a:ext cx="603504" cy="603504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596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08760" y="5486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4 + revision map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heat duty; CAT-I question pattern for Unit I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3 • WORKED PROBLEM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 Exit Velocity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enters a nozzle with negligible velocity and h₁ = 3000 kJ/kg, leaving with h₂ = 2762 kJ/kg. The process is adiabatic with no work. Find the exit velocity.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 SFEE: (V₂² − V₁²)/2 = h₁ − h₂, with V₁ ≈ 0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 = √(2000 × (h₁ − h₂))   [h in kJ/kg]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 = √(2000 × 238)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 = √476000 = 690 m/s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 ≈ 690 m/s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2000 converts kJ/kg to m²/s². Without it you get 21.8 m/s — absurdly low for a nozzle.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3 • WORKED PROBLEM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Power Input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flows steadily through a compressor at 0.8 kg/s. Enthalpy rises from 300 kJ/kg to 510 kJ/kg, and heat lost to cooling water is 40 kJ/kg. Neglect ΔKE and ΔPE. Find the power required.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SFEE: q − w = h₂ − h₁  (ΔKE = ΔPE = 0)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−40 kJ/kg (heat lost)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q − (h₂ − h₁) = −40 − 210 = −250 kJ/kg (input, as expected)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= ṁ |w| = 0.8 × 250 = 200 kW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−250 kJ/kg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input = 200 kW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w from the algebra = work done ON the fluid. Report magnitude with the word "input".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3 • WORKED PROBLEM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a Tank (Unsteady Flow)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insulated, rigid, evacuated bottle of 0.05 m³ is filled from an air line at 500 kPa, 290 K until pressures equalise. Take R = 0.287 kJ/kg·K, γ = 1.4. Find the final temperature and the mass of air that enters.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result: T₂ = γ T_line = 1.4 × 290 = 406 K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state: p₂ = 500 kPa, V = 0.05 m³, T₂ = 406 K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m₂ = p₂V / (R T₂) = (500 × 0.05)/(0.287 × 406)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m₂ = 25 / 116.5 = 0.2146 kg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 = 406 K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≈ 0.215 kg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mRT with p in kPa, V in m³ and R in kJ/kg·K gives m in kg directly.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3 • WORKED PROBLEM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Heat Duty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water enters a boiler with h₁ = 505 kJ/kg and leaves as steam with h₂ = 2960 kJ/kg at a steady rate of 1.2 kg/s. Velocities and elevation changes are negligible and there is no shaft work. Find the rate of heat supply.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SFEE: q = h₂ − h₁  (w = 0, ΔKE = ΔPE = 0)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2960 − 505 = 2455 kJ/kg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Q̇ = ṁ q = 1.2 × 2455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Q̇ = 2946 kW ≈ 2.95 MW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2455 kJ/kg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Q̇ ≈ 2.95 MW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and condenser problems are pure enthalpy bookkeeping — easy full marks if the units are clean.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3 • EXAM COMPASS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Unit-I Revision Map for CAT-I (Units I &amp; II)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4480560"/>
                <a:gridCol w="23134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block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question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weight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Systems, properties, point/path functions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Definitions, 2-mark &amp; MCQ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Quasi-static &amp; equilibrium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explanation with sketch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Displacement work &amp; p-V diagram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(polytropic / isothermal)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Zeroth law &amp; temperature scales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 + conversion numerical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law — closed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(process or cycle table)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SFEE derivation + device numerical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 (8) or turbine/nozzle 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Unsteady flow (charging)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derivation or direct numerical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CAT-I = Units I &amp; II together. Priority: first-law numericals → SFEE → work integrals → theory definitions.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• TUTORIAL 3 •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What Comes Next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covered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complete: systems → equilibrium → work → zeroth law → first law (closed &amp; open) → unsteady flow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SFEE devices: strike out terms, never memorise separately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 root formula needs the 2000 factor with h in kJ/kg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result u₂ = h_line; discharging cools the tank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CAT-I covers Units I &amp; II — revise both tutorial sheets and the Nag solved examples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06640" y="1920240"/>
            <a:ext cx="4233672" cy="3657600"/>
          </a:xfrm>
          <a:prstGeom prst="roundRect">
            <a:avLst>
              <a:gd name="adj" fmla="val 2500"/>
            </a:avLst>
          </a:prstGeom>
          <a:solidFill>
            <a:srgbClr val="16324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210312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1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begins — Heat Engine, Refrigerator, Heat Pump</a:t>
            </a:r>
            <a:endParaRPr lang="en-US" sz="115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law enters: why 100% conversion of heat to work is impossible.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P.K. Nag, "Engineering Thermodynamics", 6th Edn., TMH — Ch. 5 (First Law Applied to Flow Processes)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2026-08-19T04:07:31Z</dcterms:created>
  <dcterms:modified xsi:type="dcterms:W3CDTF">2026-08-19T04:07:31Z</dcterms:modified>
</cp:coreProperties>
</file>