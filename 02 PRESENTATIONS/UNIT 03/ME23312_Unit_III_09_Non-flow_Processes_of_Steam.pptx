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9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Non-flow Processes of Steam – Work and Heat Transfer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law for a closed system with steam · constant volume, constant pressure, isothermal, hyperbolic, isentropic and polytropic processes · the four-step procedure · the constant-volume trap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law with steam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non-flow processes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Constant-volume and constant-pressure processes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Isothermal and hyperbolic processes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 and polytropic processes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four-step procedure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constant-volume trap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law with steam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systems with steam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in a cylinder or a rigid vessel: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ΔU + W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W = ∫ p dV for a quasi-static process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an ideal gas, steam has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simple equation of state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at the end states come from the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process relation only fixes the end state and evaluates the work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non-flow processes (per kg)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033976"/>
                <a:gridCol w="3328325"/>
                <a:gridCol w="295851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W1–2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Q1–2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volume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pressure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p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(v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h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Isothermal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T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 – (u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(s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s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 (reversible)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Hyperbolic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= C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ln (v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 + W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Isentropic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s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Polytropic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</a:t>
                      </a:r>
                      <a:r>
                        <a:rPr lang="en-US" sz="2000" baseline="3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C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p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)/(n – 1)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– u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 + W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processes one by one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Constant-volume cooling of superheated steam</a:t>
            </a:r>
            <a:endParaRPr lang="en-US" sz="3200" dirty="0"/>
          </a:p>
        </p:txBody>
      </p:sp>
      <p:pic>
        <p:nvPicPr>
          <p:cNvPr id="6" name="Image 1" descr="/tmp/claude-0/-home-claude/a34dce71-a27e-57cc-8705-14efc3510b3f/scratchpad/slides/s3_cv_coo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274" y="1554480"/>
            <a:ext cx="7135148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rigid vessel: the steam becomes saturated where the vertical line meets the saturated vapour line (v = v</a:t>
            </a:r>
            <a:r>
              <a:rPr lang="en-US" sz="2000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is wet below it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volume and constant pressure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volume (rigid vessel)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0, Q = m (u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cooling, superheated steam becomes saturated when 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 = v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wet, with x = (v – 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pressure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p (V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Q = m (h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Boilers and condensers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wet region it is also isothermal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Constant-pressure heating to superheated steam</a:t>
            </a:r>
            <a:endParaRPr lang="en-US" sz="3200" dirty="0"/>
          </a:p>
        </p:txBody>
      </p:sp>
      <p:pic>
        <p:nvPicPr>
          <p:cNvPr id="6" name="Image 1" descr="/tmp/claude-0/-home-claude/a34dce71-a27e-57cc-8705-14efc3510b3f/scratchpad/slides/s3_cp_hea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05" y="1554480"/>
            <a:ext cx="7204085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liquid → saturated liquid → dry saturated → superheated on the T–s diagram; Q = area under the curve = h</a:t>
            </a:r>
            <a:r>
              <a:rPr lang="en-US" sz="2000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000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Isothermal and hyperbolic processes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Isothermal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Reversible: Q = m T (s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W = Q – ΔU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wet region identical with constant pressure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superheated region p falls as v rises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Hyperbolic, pv = C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p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ln (V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Q = ΔU + W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isothermal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steam – only for an ideal gas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 and polytropic processes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Isentropic, s</a:t>
            </a:r>
            <a:r>
              <a:rPr lang="en-US" sz="2800" b="1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</a:t>
            </a:r>
            <a:r>
              <a:rPr lang="en-US" sz="2800" b="1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adiabatic: Q = 0, W = m (u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expansion in engines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dryness from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Polytropic, pv</a:t>
            </a:r>
            <a:r>
              <a:rPr lang="en-US" sz="2800" b="1" baseline="3000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(p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)/(n – 1); Q = ΔU + W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≈ 1.13 for wet steam, 1.3 for superheated steam (Zeuner)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process law, then x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tables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and pitfalls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four-step procedure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state 1 from the tables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process condition (v, p, T, s constant or pv</a:t>
            </a:r>
            <a:r>
              <a:rPr lang="en-US" sz="3000" baseline="3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C) with one given quantity to fix state 2 – decide first whether state 2 is wet or superheated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u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W from the process and Q from the first law; multiply by the mass m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constant-volume trap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011680"/>
          </a:xfrm>
          <a:prstGeom prst="roundRect">
            <a:avLst>
              <a:gd name="adj" fmla="val 681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closed system Q = ΔU + W. Only for a constant-pressure process does Q equal the enthalpy change.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11094415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vessel: W = 0 and Q = ΔU – use u = h – pv, </a:t>
            </a: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has no equation of state – end states from the tables, work from the process law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volume: W = 0, Q = mΔu; constant pressure: W = pΔV, Q = mΔh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Isothermal: Q = mTΔs; hyperbolic: W = p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ln (V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not isothermal for steam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Isentropic: Q = 0, W = –mΔu,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s; polytropic: W = (p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)/(n – 1)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Procedure: fix state 1 → fix state 2 (wet or superheated?) → read properties → W and Q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Q = ΔU + W; Q = ΔH only at constant pressure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Flow processes and the two laws for steam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Turbine, nozzle, throttling and mixing with the tables and the Mollier chart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 efficiency, entropy generation and feasibility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problems: Worked Examples 3.7 – 3.10 in the lecture notes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Non-flow Processes of Steam – Work and Heat Transfer</dc:title>
  <dc:subject>PptxGenJS Presentation</dc:subject>
  <dc:creator>Dr. Anantha Raman L.</dc:creator>
  <cp:lastModifiedBy>Dr. Anantha Raman L.</cp:lastModifiedBy>
  <cp:revision>1</cp:revision>
  <dcterms:created xsi:type="dcterms:W3CDTF">2026-09-07T05:55:22Z</dcterms:created>
  <dcterms:modified xsi:type="dcterms:W3CDTF">2026-09-07T05:55:22Z</dcterms:modified>
</cp:coreProperties>
</file>