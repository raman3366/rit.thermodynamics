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7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of Wet, Dry Saturated and Superheated Steam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 fraction · mixture relations for v, h, s and u · validity · finding x from a measured property · dry saturated and superheated steam · h</a:t>
            </a:r>
            <a:r>
              <a:rPr lang="en-US" sz="2200" baseline="-40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</a:t>
            </a:r>
            <a:r>
              <a:rPr lang="en-US" sz="2200" baseline="-40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2200" baseline="-40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internal energy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 fraction (quality)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of wet steam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of validity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x from a measured property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saturated steam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 steam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heat and entropy of evaporation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energy of steam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steam and the dryness fraction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 fraction (quality)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m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      0 ≤ x ≤ 1</a:t>
            </a:r>
            <a:endParaRPr lang="en-US" sz="3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wetness fraction = 1 – x = m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11094415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steam: saturated liquid + saturated vapour at the same p and T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0 saturated liquid; x = 1 dry saturated vapour; x = 0.9 is "90 % dry" or "10 % wet"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of wet steam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1 kg of wet steam: x kg of vapour and (1 – x) kg of liquid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internal energy, enthalpy and entropy are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(extensive)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properties of the mixture =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mass-weighted averages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saturated values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relations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377440"/>
          </a:xfrm>
          <a:prstGeom prst="roundRect">
            <a:avLst>
              <a:gd name="adj" fmla="val 461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(1 – x) v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v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v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 = s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s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u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u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 – pv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11094415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v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so on; at low pressures v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≪ v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v ≈ x v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of validity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in the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region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0 ≤ x ≤ 1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is at the saturation temperature for its pressure and the phases are in equilibrium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used for compressed liquid (x has no meaning) or for superheated vapour – use the corresponding tables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x from a measured property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(v – v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)/v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 – h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)/h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(s – s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)/s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4415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one of the mixture relations gives x when the mixture property is known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specific volume (rigid vessel of known volume and mass) is the common case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saturated and superheated steam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saturated and superheated steam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saturated (x = 1)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directly at the given p or 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 (p, T)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v, h, s from the superheat table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 is not tabulated: u = h – pv (p in kPa, v in m³/kg)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 with the mean specific heat c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 2.0 to 2.1 kJ/kg K: 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 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c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use table values whenever available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heat and entropy of evaporation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(T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kelvin)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4415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 is a reversible constant-temperature process, q = T ds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check on table values (Worked Example 3.1)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energy of steam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h – pv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steam:  u = (h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p (v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v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u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u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11094415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Enthalpy less the flow (pressure–volume) energy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property for closed-system (non-flow) processes; </a:t>
            </a: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property for flow processes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wetness = 1 – x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h =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 =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u = u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u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only for 0 ≤ x ≤ 1 at saturation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from any measured mixture property, e.g. x = (v – 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saturated: g-values; superheated: (p, T) in the superheat table, u = h – pv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u for closed systems, h for flow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Determination of the dryness fraction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Barrel, separating, throttling and combined calorimeters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problems: Worked Examples 3.1 – 3.4 in the lecture notes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Wet, Dry Saturated and Superheated Steam</dc:title>
  <dc:subject>PptxGenJS Presentation</dc:subject>
  <dc:creator>Dr. Anantha Raman L.</dc:creator>
  <cp:lastModifiedBy>Dr. Anantha Raman L.</cp:lastModifiedBy>
  <cp:revision>1</cp:revision>
  <dcterms:created xsi:type="dcterms:W3CDTF">2026-09-07T05:51:25Z</dcterms:created>
  <dcterms:modified xsi:type="dcterms:W3CDTF">2026-09-07T05:51:25Z</dcterms:modified>
</cp:coreProperties>
</file>